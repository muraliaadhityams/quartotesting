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Habits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John Doe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 the morning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Turn off alarm</a:t>
            </a:r>
          </a:p>
          <a:p>
            <a:pPr lvl="0"/>
            <a:r>
              <a:rPr/>
              <a:t>Get out of bed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Breakfast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Eat eggs</a:t>
            </a:r>
          </a:p>
          <a:p>
            <a:pPr lvl="0"/>
            <a:r>
              <a:rPr/>
              <a:t>Drink coffee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 the evening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Eat spaghetti</a:t>
            </a:r>
          </a:p>
          <a:p>
            <a:pPr lvl="0"/>
            <a:r>
              <a:rPr/>
              <a:t>Drink wine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Going to sleep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Get in bed</a:t>
            </a:r>
          </a:p>
          <a:p>
            <a:pPr lvl="0"/>
            <a:r>
              <a:rPr/>
              <a:t>Count sheep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Habits</dc:title>
  <dc:creator>John Doe</dc:creator>
  <cp:keywords/>
  <dcterms:created xsi:type="dcterms:W3CDTF">2025-08-05T01:00:32Z</dcterms:created>
  <dcterms:modified xsi:type="dcterms:W3CDTF">2025-08-05T01:00:32Z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